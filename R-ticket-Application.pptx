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1352550"/>
            <a:ext cx="2438400" cy="2438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96119" y="1365349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R-ticket Application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496119" y="202093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Ringkasan lengkap seluruh modul dan fitur yang telah diimplementasikan — mencakup autentikasi, manajemen tiket, maintenance, project tasking, hingga pengaturan sistem.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496119" y="2865611"/>
            <a:ext cx="982861" cy="266402"/>
          </a:xfrm>
          <a:prstGeom prst="roundRect">
            <a:avLst>
              <a:gd name="adj" fmla="val 6386"/>
            </a:avLst>
          </a:prstGeom>
          <a:solidFill>
            <a:srgbClr val="D7F4E4"/>
          </a:solidFill>
          <a:ln/>
        </p:spPr>
      </p:sp>
      <p:sp>
        <p:nvSpPr>
          <p:cNvPr id="7" name="Text 3"/>
          <p:cNvSpPr/>
          <p:nvPr/>
        </p:nvSpPr>
        <p:spPr>
          <a:xfrm>
            <a:off x="581174" y="2908102"/>
            <a:ext cx="81275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STATUS: DONE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549822" y="2860849"/>
            <a:ext cx="1178942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639639" y="2908102"/>
            <a:ext cx="99930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10 MODUL UTAMA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96119" y="3423791"/>
            <a:ext cx="259392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40683" y="3423791"/>
            <a:ext cx="17828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0348"/>
            <a:ext cx="3647554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Struktur Modul Aplikasi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2901" y="1080195"/>
            <a:ext cx="81981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Aplikasi terdiri dari 10 modul utama yang saling terintegrasi, mencakup 50+ fitur dengan berbagai tingkat akses pengguna.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901" y="1436191"/>
            <a:ext cx="270197" cy="2701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901" y="186734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Autentikasi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2901" y="2155701"/>
            <a:ext cx="40185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Login, profil, logout — fondasi keamanan aplikasi.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2442" y="1436191"/>
            <a:ext cx="270197" cy="27019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52442" y="186734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52442" y="2155701"/>
            <a:ext cx="40186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Ringkasan berbasis peran: Admin, Executor, User.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901" y="2624361"/>
            <a:ext cx="270197" cy="27019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2901" y="305551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Manajemen Tiket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472901" y="3343870"/>
            <a:ext cx="40185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Buat, kelola, filter, dan ekspor tiket layanan.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2442" y="2624361"/>
            <a:ext cx="270197" cy="27019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52442" y="305551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Maintenance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652442" y="3343870"/>
            <a:ext cx="40186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Jadwal, record, SLA, dan analitik mesin.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901" y="3812530"/>
            <a:ext cx="270197" cy="27019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2901" y="424368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Tasking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472901" y="4532040"/>
            <a:ext cx="401858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Kanban board, task, komentar, dan statistik project.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52442" y="3812530"/>
            <a:ext cx="270197" cy="27019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52442" y="4243685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4652442" y="4532040"/>
            <a:ext cx="401865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Artikel internal dengan manajemen konten oleh Admin.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269" y="1069181"/>
            <a:ext cx="2176463" cy="30051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80640" y="421928"/>
            <a:ext cx="470215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Autentikasi &amp; Profil Pengguna</a:t>
            </a:r>
            <a:endParaRPr lang="en-US" sz="2700" dirty="0"/>
          </a:p>
        </p:txBody>
      </p:sp>
      <p:sp>
        <p:nvSpPr>
          <p:cNvPr id="5" name="Shape 1"/>
          <p:cNvSpPr/>
          <p:nvPr/>
        </p:nvSpPr>
        <p:spPr>
          <a:xfrm>
            <a:off x="480640" y="1050578"/>
            <a:ext cx="2310333" cy="2093491"/>
          </a:xfrm>
          <a:prstGeom prst="roundRect">
            <a:avLst>
              <a:gd name="adj" fmla="val 984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36984" y="120692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1.1 Login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36984" y="1501229"/>
            <a:ext cx="1997646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 login dengan NIP dan password. Validasi input, pesan error informatif, dan redirect otomatis setelah berhasil masuk.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36984" y="2732484"/>
            <a:ext cx="661020" cy="255240"/>
          </a:xfrm>
          <a:prstGeom prst="roundRect">
            <a:avLst>
              <a:gd name="adj" fmla="val 6457"/>
            </a:avLst>
          </a:prstGeom>
          <a:solidFill>
            <a:srgbClr val="D7F4E4"/>
          </a:solidFill>
          <a:ln/>
        </p:spPr>
      </p:sp>
      <p:sp>
        <p:nvSpPr>
          <p:cNvPr id="9" name="Text 5"/>
          <p:cNvSpPr/>
          <p:nvPr/>
        </p:nvSpPr>
        <p:spPr>
          <a:xfrm>
            <a:off x="719361" y="2773635"/>
            <a:ext cx="496267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923952" y="1050578"/>
            <a:ext cx="2310408" cy="2093491"/>
          </a:xfrm>
          <a:prstGeom prst="roundRect">
            <a:avLst>
              <a:gd name="adj" fmla="val 984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080296" y="1206922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1.2 Profil User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080296" y="1501229"/>
            <a:ext cx="199772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Lihat dan edit profil sendiri: nama, email, nomor WhatsApp. Ganti password dengan konfirmasi dua langkah.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080296" y="2516163"/>
            <a:ext cx="464865" cy="264765"/>
          </a:xfrm>
          <a:prstGeom prst="roundRect">
            <a:avLst>
              <a:gd name="adj" fmla="val 6225"/>
            </a:avLst>
          </a:prstGeom>
          <a:noFill/>
          <a:ln w="4763">
            <a:solidFill>
              <a:srgbClr val="1B5F39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67435" y="2562076"/>
            <a:ext cx="290587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80640" y="3277046"/>
            <a:ext cx="4753719" cy="1444526"/>
          </a:xfrm>
          <a:prstGeom prst="roundRect">
            <a:avLst>
              <a:gd name="adj" fmla="val 1426"/>
            </a:avLst>
          </a:prstGeom>
          <a:solidFill>
            <a:srgbClr val="FCFBF8"/>
          </a:solidFill>
          <a:ln w="19050">
            <a:solidFill>
              <a:srgbClr val="D6D3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6984" y="3433390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1.3 Logout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36984" y="3727698"/>
            <a:ext cx="444103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Hapus session dan token lokal, hapus token FCM dari server, redirect ke halaman login secara aman.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6984" y="4309988"/>
            <a:ext cx="661020" cy="255240"/>
          </a:xfrm>
          <a:prstGeom prst="roundRect">
            <a:avLst>
              <a:gd name="adj" fmla="val 6457"/>
            </a:avLst>
          </a:prstGeom>
          <a:solidFill>
            <a:srgbClr val="D7F4E4"/>
          </a:solidFill>
          <a:ln/>
        </p:spPr>
      </p:sp>
      <p:sp>
        <p:nvSpPr>
          <p:cNvPr id="19" name="Text 15"/>
          <p:cNvSpPr/>
          <p:nvPr/>
        </p:nvSpPr>
        <p:spPr>
          <a:xfrm>
            <a:off x="719361" y="4351139"/>
            <a:ext cx="496267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04130"/>
            <a:ext cx="3045470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Dashboard Berbasis Peran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782315"/>
            <a:ext cx="71835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Setiap peran mendapatkan tampilan dashboard yang dipersonalisasi sesuai tanggung jawab dan kebutuhan informasinya.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098649"/>
            <a:ext cx="3743623" cy="17924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182" y="2977009"/>
            <a:ext cx="3762673" cy="17763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19254" y="1209601"/>
            <a:ext cx="2349178" cy="909191"/>
          </a:xfrm>
          <a:prstGeom prst="roundRect">
            <a:avLst>
              <a:gd name="adj" fmla="val 7543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804967" y="1209601"/>
            <a:ext cx="57150" cy="909191"/>
          </a:xfrm>
          <a:prstGeom prst="roundRect">
            <a:avLst>
              <a:gd name="adj" fmla="val 27326"/>
            </a:avLst>
          </a:prstGeom>
          <a:solidFill>
            <a:srgbClr val="1B5F39"/>
          </a:solidFill>
          <a:ln/>
        </p:spPr>
      </p:sp>
      <p:sp>
        <p:nvSpPr>
          <p:cNvPr id="8" name="Text 4"/>
          <p:cNvSpPr/>
          <p:nvPr/>
        </p:nvSpPr>
        <p:spPr>
          <a:xfrm>
            <a:off x="5980509" y="1327993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Admin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80509" y="1567086"/>
            <a:ext cx="2069529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Ringkasan hari ini, bulan ini, bulan lalu, all-time, statistik per executor, dan running text.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819254" y="2195215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804967" y="2195215"/>
            <a:ext cx="57150" cy="764753"/>
          </a:xfrm>
          <a:prstGeom prst="roundRect">
            <a:avLst>
              <a:gd name="adj" fmla="val 27326"/>
            </a:avLst>
          </a:prstGeom>
          <a:solidFill>
            <a:srgbClr val="1B5F39"/>
          </a:solidFill>
          <a:ln/>
        </p:spPr>
      </p:sp>
      <p:sp>
        <p:nvSpPr>
          <p:cNvPr id="12" name="Text 8"/>
          <p:cNvSpPr/>
          <p:nvPr/>
        </p:nvSpPr>
        <p:spPr>
          <a:xfrm>
            <a:off x="5980509" y="231360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Executor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80509" y="2552700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Tiket yang ditugaskan, statistik personal, dan aksi cepat untuk update pekerjaan.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819254" y="3036391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04967" y="3036391"/>
            <a:ext cx="57150" cy="764753"/>
          </a:xfrm>
          <a:prstGeom prst="roundRect">
            <a:avLst>
              <a:gd name="adj" fmla="val 27326"/>
            </a:avLst>
          </a:prstGeom>
          <a:solidFill>
            <a:srgbClr val="1B5F39"/>
          </a:solidFill>
          <a:ln/>
        </p:spPr>
      </p:sp>
      <p:sp>
        <p:nvSpPr>
          <p:cNvPr id="16" name="Text 12"/>
          <p:cNvSpPr/>
          <p:nvPr/>
        </p:nvSpPr>
        <p:spPr>
          <a:xfrm>
            <a:off x="5980509" y="3154784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User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980509" y="3393877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Tiket saya dengan statistik: total, waiting, accepted, dan closed.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819254" y="3877568"/>
            <a:ext cx="2349178" cy="764753"/>
          </a:xfrm>
          <a:prstGeom prst="roundRect">
            <a:avLst>
              <a:gd name="adj" fmla="val 8968"/>
            </a:avLst>
          </a:prstGeom>
          <a:solidFill>
            <a:srgbClr val="FCFBF8"/>
          </a:solidFill>
          <a:ln w="14288">
            <a:solidFill>
              <a:srgbClr val="D6D3C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04967" y="3877568"/>
            <a:ext cx="57150" cy="764753"/>
          </a:xfrm>
          <a:prstGeom prst="roundRect">
            <a:avLst>
              <a:gd name="adj" fmla="val 27326"/>
            </a:avLst>
          </a:prstGeom>
          <a:solidFill>
            <a:srgbClr val="1B5F39"/>
          </a:solidFill>
          <a:ln/>
        </p:spPr>
      </p:sp>
      <p:sp>
        <p:nvSpPr>
          <p:cNvPr id="20" name="Text 16"/>
          <p:cNvSpPr/>
          <p:nvPr/>
        </p:nvSpPr>
        <p:spPr>
          <a:xfrm>
            <a:off x="5980509" y="3995961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Widget Trend 7 Hari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980509" y="4235053"/>
            <a:ext cx="2069529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Grafik tiket 7 hari terakhir tersedia untuk Admin dan Executor.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56" y="1250156"/>
            <a:ext cx="1766888" cy="264318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482650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Manajemen Tiket</a:t>
            </a:r>
            <a:endParaRPr lang="en-US" sz="2750" dirty="0"/>
          </a:p>
        </p:txBody>
      </p:sp>
      <p:sp>
        <p:nvSpPr>
          <p:cNvPr id="5" name="Text 1"/>
          <p:cNvSpPr/>
          <p:nvPr/>
        </p:nvSpPr>
        <p:spPr>
          <a:xfrm>
            <a:off x="3925119" y="113823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 inti dengan 10 fitur mencakup seluruh siklus hidup tiket — dari pembuatan hingga ekspor data.</a:t>
            </a:r>
            <a:endParaRPr lang="en-US" sz="1100" dirty="0"/>
          </a:p>
        </p:txBody>
      </p:sp>
      <p:sp>
        <p:nvSpPr>
          <p:cNvPr id="6" name="Shape 2"/>
          <p:cNvSpPr/>
          <p:nvPr/>
        </p:nvSpPr>
        <p:spPr>
          <a:xfrm>
            <a:off x="3925119" y="1751335"/>
            <a:ext cx="2290465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  <a:ln/>
        </p:spPr>
      </p:sp>
      <p:sp>
        <p:nvSpPr>
          <p:cNvPr id="7" name="Text 3"/>
          <p:cNvSpPr/>
          <p:nvPr/>
        </p:nvSpPr>
        <p:spPr>
          <a:xfrm>
            <a:off x="4066877" y="18930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Buat &amp; Detail Tiket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66877" y="2199605"/>
            <a:ext cx="20069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 lengkap: judul, deskripsi, kategori, prioritas, lokasi, device, no_wa, dan lampiran. Detail tiket memuat log, komentar, dan timeline.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1751335"/>
            <a:ext cx="2290539" cy="1724099"/>
          </a:xfrm>
          <a:prstGeom prst="roundRect">
            <a:avLst>
              <a:gd name="adj" fmla="val 1233"/>
            </a:avLst>
          </a:prstGeom>
          <a:solidFill>
            <a:srgbClr val="F0EDE6"/>
          </a:solidFill>
          <a:ln/>
        </p:spPr>
      </p:sp>
      <p:sp>
        <p:nvSpPr>
          <p:cNvPr id="10" name="Text 6"/>
          <p:cNvSpPr/>
          <p:nvPr/>
        </p:nvSpPr>
        <p:spPr>
          <a:xfrm>
            <a:off x="6499101" y="189309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Update Status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6499101" y="2199605"/>
            <a:ext cx="200702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Admin: assign executor, isi sqmpest, estimasi waktu. Executor: ubah job_status (pending / on_progress / complete) + notes.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925119" y="3617193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9"/>
          <p:cNvSpPr/>
          <p:nvPr/>
        </p:nvSpPr>
        <p:spPr>
          <a:xfrm>
            <a:off x="4066877" y="3758952"/>
            <a:ext cx="20876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Filter, Pencarian &amp; Ekspor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066877" y="4065463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Filter multi-kriteria: status, prioritas, executor, tanggal. Search by judul/kategori/user. Ekspor ke Excel/CSV dengan filter tanggal.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73410"/>
            <a:ext cx="315649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Laporan &amp; Statistik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37779"/>
            <a:ext cx="269081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Modul laporan memberikan visibilitas penuh atas performa tim dan tren tiket layanan kepada Admin.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9198" y="1741029"/>
            <a:ext cx="189384" cy="1893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2115" y="173712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Laporan Tiket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2115" y="2046833"/>
            <a:ext cx="22805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By kategori, by prioritas, monthly trend 6 bulan, top 5 executor, dan rata-rata close time.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198" y="2848459"/>
            <a:ext cx="189384" cy="1893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2115" y="284455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Statistik Executor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2115" y="3154263"/>
            <a:ext cx="228056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Tabel performa: total tiket, closed, open, dan close rate (%) per executor.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98" y="3764942"/>
            <a:ext cx="189384" cy="1893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52115" y="376103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Visualisasi Grafik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52115" y="4070747"/>
            <a:ext cx="2280568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Bar chart, pie chart, dan line chart untuk representasi data yang lebih intuitif.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5520" y="1763390"/>
            <a:ext cx="4609505" cy="21798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713" y="1264444"/>
            <a:ext cx="1171575" cy="26146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34132" y="469627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Modul Maintenance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34132" y="1019919"/>
            <a:ext cx="4846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Sistem manajemen pemeliharaan mesin yang komprehensif — dari pencatatan jadwal hingga monitoring SLA dan analitik.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573658" y="1514029"/>
            <a:ext cx="14288" cy="3159844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7" name="Shape 3"/>
          <p:cNvSpPr/>
          <p:nvPr/>
        </p:nvSpPr>
        <p:spPr>
          <a:xfrm>
            <a:off x="698897" y="1646411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8" name="Shape 4"/>
          <p:cNvSpPr/>
          <p:nvPr/>
        </p:nvSpPr>
        <p:spPr>
          <a:xfrm>
            <a:off x="434132" y="1514029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9" name="Text 5"/>
          <p:cNvSpPr/>
          <p:nvPr/>
        </p:nvSpPr>
        <p:spPr>
          <a:xfrm>
            <a:off x="480640" y="1537283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93899" y="155666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Mesin &amp; Jadwal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93899" y="1815629"/>
            <a:ext cx="408696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CRUD mesin, kalender jadwal maintenance, dan manajemen shift tim.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98897" y="2351112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13" name="Shape 9"/>
          <p:cNvSpPr/>
          <p:nvPr/>
        </p:nvSpPr>
        <p:spPr>
          <a:xfrm>
            <a:off x="434132" y="221873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4" name="Text 10"/>
          <p:cNvSpPr/>
          <p:nvPr/>
        </p:nvSpPr>
        <p:spPr>
          <a:xfrm>
            <a:off x="480640" y="224198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193899" y="226136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Record Pekerjaan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93899" y="2520330"/>
            <a:ext cx="408696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 record dengan foto before/after (maks 5), daftar record, dan detail dengan galeri.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8897" y="3241849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18" name="Shape 14"/>
          <p:cNvSpPr/>
          <p:nvPr/>
        </p:nvSpPr>
        <p:spPr>
          <a:xfrm>
            <a:off x="434132" y="3109466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9" name="Text 15"/>
          <p:cNvSpPr/>
          <p:nvPr/>
        </p:nvSpPr>
        <p:spPr>
          <a:xfrm>
            <a:off x="480640" y="3132720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1193899" y="315210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SLA &amp;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93899" y="3411066"/>
            <a:ext cx="408696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Monitoring SLA rate, jadwal overdue, mesin tanpa maintenance 30 hari, dan grafik tren bulanan.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98897" y="4132585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6D3CC"/>
          </a:solidFill>
          <a:ln/>
        </p:spPr>
      </p:sp>
      <p:sp>
        <p:nvSpPr>
          <p:cNvPr id="23" name="Shape 19"/>
          <p:cNvSpPr/>
          <p:nvPr/>
        </p:nvSpPr>
        <p:spPr>
          <a:xfrm>
            <a:off x="434132" y="4000202"/>
            <a:ext cx="279053" cy="279053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4" name="Text 20"/>
          <p:cNvSpPr/>
          <p:nvPr/>
        </p:nvSpPr>
        <p:spPr>
          <a:xfrm>
            <a:off x="480640" y="4023457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1193899" y="404284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Ekspor &amp; Laporan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193899" y="4301803"/>
            <a:ext cx="408696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Export record ke PDF dan CSV. Manajemen personil dengan kontrol role.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10232"/>
            <a:ext cx="3046214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Tasking &amp; Kanban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719709"/>
            <a:ext cx="4580409" cy="2144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19254" y="826666"/>
            <a:ext cx="1674614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14 Fitur Project Management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819254" y="1075283"/>
            <a:ext cx="2349178" cy="1124917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6" name="Shape 3"/>
          <p:cNvSpPr/>
          <p:nvPr/>
        </p:nvSpPr>
        <p:spPr>
          <a:xfrm>
            <a:off x="5923359" y="1179388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5F3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9233" y="1265262"/>
            <a:ext cx="140494" cy="1404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3359" y="156812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Kanban Board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923359" y="1807220"/>
            <a:ext cx="214096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Drag-and-drop task antar kolom. WIP limit per kolom dapat dikonfigurasi.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819254" y="2276624"/>
            <a:ext cx="2349178" cy="1269355"/>
          </a:xfrm>
          <a:prstGeom prst="roundRect">
            <a:avLst>
              <a:gd name="adj" fmla="val 1230"/>
            </a:avLst>
          </a:prstGeom>
          <a:solidFill>
            <a:srgbClr val="F0EDE6"/>
          </a:solidFill>
          <a:ln/>
        </p:spPr>
      </p:sp>
      <p:sp>
        <p:nvSpPr>
          <p:cNvPr id="11" name="Shape 7"/>
          <p:cNvSpPr/>
          <p:nvPr/>
        </p:nvSpPr>
        <p:spPr>
          <a:xfrm>
            <a:off x="5923359" y="2380729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5F3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9233" y="2466603"/>
            <a:ext cx="140494" cy="1404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3359" y="2769468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Manajemen Task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923359" y="3008561"/>
            <a:ext cx="2140967" cy="433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Buat &amp; edit task: assignee, label, prioritas, due date, estimasi jam, dan komentar thread.</a:t>
            </a:r>
            <a:endParaRPr lang="en-US" sz="800" dirty="0"/>
          </a:p>
        </p:txBody>
      </p:sp>
      <p:sp>
        <p:nvSpPr>
          <p:cNvPr id="15" name="Shape 10"/>
          <p:cNvSpPr/>
          <p:nvPr/>
        </p:nvSpPr>
        <p:spPr>
          <a:xfrm>
            <a:off x="5819254" y="3622402"/>
            <a:ext cx="2349178" cy="1124917"/>
          </a:xfrm>
          <a:prstGeom prst="roundRect">
            <a:avLst>
              <a:gd name="adj" fmla="val 1388"/>
            </a:avLst>
          </a:prstGeom>
          <a:solidFill>
            <a:srgbClr val="F0EDE6"/>
          </a:solidFill>
          <a:ln/>
        </p:spPr>
      </p:sp>
      <p:sp>
        <p:nvSpPr>
          <p:cNvPr id="16" name="Shape 11"/>
          <p:cNvSpPr/>
          <p:nvPr/>
        </p:nvSpPr>
        <p:spPr>
          <a:xfrm>
            <a:off x="5923359" y="3726507"/>
            <a:ext cx="312316" cy="312316"/>
          </a:xfrm>
          <a:prstGeom prst="roundRect">
            <a:avLst>
              <a:gd name="adj" fmla="val 18296944"/>
            </a:avLst>
          </a:prstGeom>
          <a:solidFill>
            <a:srgbClr val="1B5F3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9233" y="3812381"/>
            <a:ext cx="140494" cy="1404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923359" y="4115246"/>
            <a:ext cx="13013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Member &amp; Aktivitas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923359" y="4354339"/>
            <a:ext cx="2140967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Kelola member project, role, dan activity log lengkap semua perubahan project.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4067"/>
            <a:ext cx="743270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Knowledge Base, Notifikasi &amp; Manajemen User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70571"/>
            <a:ext cx="8151763" cy="1728862"/>
          </a:xfrm>
          <a:prstGeom prst="roundRect">
            <a:avLst>
              <a:gd name="adj" fmla="val 1230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070571"/>
            <a:ext cx="2717229" cy="1728862"/>
          </a:xfrm>
          <a:prstGeom prst="roundRect">
            <a:avLst>
              <a:gd name="adj" fmla="val 1230"/>
            </a:avLst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21233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📚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Knowledge Base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523604"/>
            <a:ext cx="2433712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Daftar dan detail artikel dengan search &amp; filter kategori. Admin dapat membuat, mengedit, dan menghapus artikel. Tersedia untuk semua role.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2070571"/>
            <a:ext cx="2717229" cy="172886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2070571"/>
            <a:ext cx="19050" cy="172886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9" name="Text 7"/>
          <p:cNvSpPr/>
          <p:nvPr/>
        </p:nvSpPr>
        <p:spPr>
          <a:xfrm>
            <a:off x="3355107" y="221233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🔔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Notifikasi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55107" y="2523604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Bell icon + badge unread di header, dropdown notifikasi terbaru, tandai dibaca, dan push notification via Firebase untuk tiket baru/update.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30578" y="2070571"/>
            <a:ext cx="2717229" cy="172886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2" name="Shape 10"/>
          <p:cNvSpPr/>
          <p:nvPr/>
        </p:nvSpPr>
        <p:spPr>
          <a:xfrm>
            <a:off x="5930578" y="2070571"/>
            <a:ext cx="19050" cy="172886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3" name="Text 11"/>
          <p:cNvSpPr/>
          <p:nvPr/>
        </p:nvSpPr>
        <p:spPr>
          <a:xfrm>
            <a:off x="6072336" y="2212330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👥</a:t>
            </a:r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 Manajemen User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72336" y="2523604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Admin: tabel semua user dengan pencarian &amp; filter, buat akun baru, edit data &amp; reset password, hapus akun (dengan konfirmasi).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3865"/>
            <a:ext cx="43338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Pengaturan Sistem (Admin)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10370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Konfigurasi aplikasi secara menyeluruh — hanya dapat diakses oleh Admin.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96653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8453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Pengaturan Umum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2151831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Edit nama aplikasi, deskripsi, dan running text yang tampil di dashboard.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96653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1250" y="184532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Pengaturan SLA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21250" y="2151831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Set batas waktu SLA dalam jam untuk prioritas High, Medium, dan Low.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888977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29376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Kategori &amp; SQMPEST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956816" y="3244155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Tambah/hapus kategori tiket. Kelola variasi SQMPEST untuk form maintenance.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2888977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1250" y="29376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Toggle Fitur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21250" y="3244155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Aktifkan/nonaktifkan: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allow_register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maintenance_mode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dan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notif_email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6119" y="3857253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877" y="4072310"/>
            <a:ext cx="177180" cy="1417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6816" y="4034433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Seluruh 50+ fitur berstatus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Done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dan telah diverifikasi sesuai matriks akses role.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2026-05-15T06:27:56Z</dcterms:created>
  <dcterms:modified xsi:type="dcterms:W3CDTF">2026-05-15T06:27:56Z</dcterms:modified>
</cp:coreProperties>
</file>